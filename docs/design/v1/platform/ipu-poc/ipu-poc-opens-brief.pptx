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scripts/ipu-poc/README-model-geometry.md: DeepSeek geometry, measured W=32,
  fan-in, integrity, and corpus-caveat data.
- fio raw remote-NVMe baseline in the same result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diagrams/architecture-a-nvmeof-falcon-retrieve-flow.puml and .svg:
  Architecture A retrieve sequence.
- scripts/ipu-poc/README-model-geometry.md: measured and byte-verified
  read-path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diagrams/architecture-a-nvmeof-falcon-store-flow.puml and .svg:
  Architecture A store sequence.
- scripts/ipu-poc/README-model-geometry.md: sustained mixed verification
 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diagrams/mkp-fsnative-4x400-test-architecture.mmd and .svg:
  multi-initiator namespace-pool mapping.
- Anthropic NVMe-oF PoC plan: future 1x400 and 4x400 scope, hardware,
  64-QP headline cell, and scale-out capacity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Model-page remote L2 traffic reaches the 100 GbE wire ceiling</dc:title>
  <dc:subject>PptxGenJS Presentation</dc:subject>
  <dc:creator>Created by Marp</dc:creator>
  <cp:lastModifiedBy>Created by Marp</cp:lastModifiedBy>
  <cp:revision>1</cp:revision>
  <dcterms:created xsi:type="dcterms:W3CDTF">2026-08-11T17:42:19Z</dcterms:created>
  <dcterms:modified xsi:type="dcterms:W3CDTF">2026-08-11T17:42:19Z</dcterms:modified>
</cp:coreProperties>
</file>